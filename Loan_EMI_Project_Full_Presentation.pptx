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1" r:id="rId2"/>
    <p:sldId id="256" r:id="rId3"/>
    <p:sldId id="257" r:id="rId4"/>
    <p:sldId id="258" r:id="rId5"/>
    <p:sldId id="259" r:id="rId6"/>
    <p:sldId id="268" r:id="rId7"/>
    <p:sldId id="26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166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03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22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301310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355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66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52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34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0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30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580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00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1F1C-4A7F-F683-0674-905F56A44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316" y="365759"/>
            <a:ext cx="8058568" cy="1266395"/>
          </a:xfrm>
        </p:spPr>
        <p:txBody>
          <a:bodyPr>
            <a:normAutofit/>
          </a:bodyPr>
          <a:lstStyle/>
          <a:p>
            <a:pPr algn="ctr"/>
            <a:r>
              <a:rPr lang="en-US" u="sng" dirty="0"/>
              <a:t>Rungta international skills university  (RISU)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5B6A8-1FC1-2F57-96EE-96827A27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34" y="1895332"/>
            <a:ext cx="8141110" cy="48915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u="sng" dirty="0"/>
              <a:t>Fundamental with C</a:t>
            </a:r>
          </a:p>
          <a:p>
            <a:pPr marL="0" indent="0" algn="ctr">
              <a:buNone/>
            </a:pPr>
            <a:r>
              <a:rPr lang="en-US" sz="3200" u="sng" dirty="0"/>
              <a:t>project file</a:t>
            </a:r>
          </a:p>
          <a:p>
            <a:pPr marL="0" indent="0" algn="ctr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800" u="sng" dirty="0"/>
              <a:t>Guided by :-</a:t>
            </a:r>
            <a:r>
              <a:rPr lang="en-US" sz="2800" dirty="0"/>
              <a:t>			        </a:t>
            </a:r>
            <a:r>
              <a:rPr lang="en-US" sz="2800" u="sng" dirty="0"/>
              <a:t>Presented by :-</a:t>
            </a:r>
            <a:br>
              <a:rPr lang="en-US" sz="2800" u="sng" dirty="0"/>
            </a:br>
            <a:br>
              <a:rPr lang="en-US" sz="2800" dirty="0"/>
            </a:br>
            <a:r>
              <a:rPr lang="en-US" sz="2800" dirty="0"/>
              <a:t>Ms. Naina Devi			        </a:t>
            </a:r>
            <a:r>
              <a:rPr lang="en-US" sz="3200" dirty="0"/>
              <a:t>Ravi Sharma </a:t>
            </a:r>
          </a:p>
          <a:p>
            <a:pPr marL="0" indent="0">
              <a:buNone/>
            </a:pPr>
            <a:r>
              <a:rPr lang="en-US" sz="2800" dirty="0"/>
              <a:t>IBM SME				        ERP – 11147</a:t>
            </a:r>
          </a:p>
          <a:p>
            <a:pPr marL="0" indent="0">
              <a:buNone/>
            </a:pPr>
            <a:r>
              <a:rPr lang="en-US" sz="2800"/>
              <a:t>					        Section - 1B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89127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Loan EMI &amp; Interest Calculator</a:t>
            </a:r>
          </a:p>
          <a:p>
            <a:r>
              <a:t>Mini Project using C Language</a:t>
            </a:r>
          </a:p>
          <a:p>
            <a:r>
              <a:t>Helps calculate EMI and interest easily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Programming Language: C</a:t>
            </a:r>
          </a:p>
          <a:p>
            <a:r>
              <a:t>Compiler: GCC Compiler</a:t>
            </a:r>
          </a:p>
          <a:p>
            <a:r>
              <a:t>Editor: VS Code</a:t>
            </a:r>
          </a:p>
          <a:p>
            <a:r>
              <a:t>Version Control: GitHub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GCC Compiler for compiling C code</a:t>
            </a:r>
          </a:p>
          <a:p>
            <a:r>
              <a:t>VS Code for writing and running code</a:t>
            </a:r>
          </a:p>
          <a:p>
            <a:r>
              <a:t>GitHub for code hosting and sharing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written in C language</a:t>
            </a:r>
          </a:p>
          <a:p>
            <a:r>
              <a:t>Uses basic arithmetic and loops</a:t>
            </a:r>
          </a:p>
          <a:p>
            <a:r>
              <a:t>Takes user input from console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BFC9C-DB17-68A3-AF88-D3BBDE3DD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094" y="159284"/>
            <a:ext cx="7269480" cy="515296"/>
          </a:xfrm>
        </p:spPr>
        <p:txBody>
          <a:bodyPr>
            <a:normAutofit fontScale="90000"/>
          </a:bodyPr>
          <a:lstStyle/>
          <a:p>
            <a:r>
              <a:rPr lang="en-US" dirty="0"/>
              <a:t>C code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48ABB7-5DE6-A9CF-4776-4A44F27E77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4389" y="881056"/>
            <a:ext cx="5753495" cy="5829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20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B8150-362E-EE89-240C-38A8C5EF7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646963"/>
          </a:xfrm>
        </p:spPr>
        <p:txBody>
          <a:bodyPr/>
          <a:lstStyle/>
          <a:p>
            <a:r>
              <a:rPr lang="en-US" dirty="0"/>
              <a:t>Output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E72C01-526B-EEA1-1081-B8BBA7885D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6404" y="1286401"/>
            <a:ext cx="5832018" cy="411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508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Logic of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 loan amount, interest rate, and duration</a:t>
            </a:r>
          </a:p>
          <a:p>
            <a:r>
              <a:t>Convert annual rate to monthly rate</a:t>
            </a:r>
          </a:p>
          <a:p>
            <a:r>
              <a:t>Apply EMI formula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function handles input and output</a:t>
            </a:r>
          </a:p>
          <a:p>
            <a:r>
              <a:t>EMI calculation logic inside code</a:t>
            </a:r>
          </a:p>
          <a:p>
            <a:r>
              <a:t>Uses loops for calculations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Program</a:t>
            </a:r>
          </a:p>
          <a:p>
            <a:r>
              <a:t>Take User Input</a:t>
            </a:r>
          </a:p>
          <a:p>
            <a:r>
              <a:t>Calculate EMI</a:t>
            </a:r>
          </a:p>
          <a:p>
            <a:r>
              <a:t>Display Result</a:t>
            </a:r>
          </a:p>
          <a:p>
            <a:r>
              <a:t>Exit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 executes once</a:t>
            </a:r>
          </a:p>
          <a:p>
            <a:r>
              <a:t>Displays EMI and interest</a:t>
            </a:r>
          </a:p>
          <a:p>
            <a:r>
              <a:t>After displaying result, program exits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in banking systems</a:t>
            </a:r>
          </a:p>
          <a:p>
            <a:r>
              <a:t>Helpful for students and learners</a:t>
            </a:r>
          </a:p>
          <a:p>
            <a:r>
              <a:t>Useful for financial planning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and user-friendly</a:t>
            </a:r>
          </a:p>
          <a:p>
            <a:r>
              <a:t>Accurate EMI calculation</a:t>
            </a:r>
          </a:p>
          <a:p>
            <a:r>
              <a:t>Easy to modify and extend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Sharing &amp; 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Repository Link: (Add link here)</a:t>
            </a:r>
          </a:p>
          <a:p>
            <a:r>
              <a:t>Shared with others via WhatsApp</a:t>
            </a:r>
          </a:p>
          <a:p>
            <a:r>
              <a:t>Easy access for learning and reuse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EMI table schedule</a:t>
            </a:r>
          </a:p>
          <a:p>
            <a:r>
              <a:t>Create GUI-based application</a:t>
            </a:r>
          </a:p>
          <a:p>
            <a:r>
              <a:t>Convert to web or mobile app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1606A-7C93-9A93-38B3-B032B49A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991" y="2253553"/>
            <a:ext cx="4884125" cy="132556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60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88938395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18</TotalTime>
  <Words>264</Words>
  <Application>Microsoft Office PowerPoint</Application>
  <PresentationFormat>On-screen Show (4:3)</PresentationFormat>
  <Paragraphs>61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Century Schoolbook</vt:lpstr>
      <vt:lpstr>Wingdings 2</vt:lpstr>
      <vt:lpstr>View</vt:lpstr>
      <vt:lpstr>Rungta international skills university  (RISU)</vt:lpstr>
      <vt:lpstr>Introduction</vt:lpstr>
      <vt:lpstr>Tools &amp; Technologies</vt:lpstr>
      <vt:lpstr>Development Environment</vt:lpstr>
      <vt:lpstr>Project Code Overview</vt:lpstr>
      <vt:lpstr>C code  </vt:lpstr>
      <vt:lpstr>Output </vt:lpstr>
      <vt:lpstr>Core Logic of Project</vt:lpstr>
      <vt:lpstr>Function Explanation</vt:lpstr>
      <vt:lpstr>Program Flow</vt:lpstr>
      <vt:lpstr>Working Demonstration</vt:lpstr>
      <vt:lpstr>Application</vt:lpstr>
      <vt:lpstr>Advantages</vt:lpstr>
      <vt:lpstr>Sharing &amp; Access</vt:lpstr>
      <vt:lpstr>Future Scope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LOQ</cp:lastModifiedBy>
  <cp:revision>3</cp:revision>
  <dcterms:created xsi:type="dcterms:W3CDTF">2013-01-27T09:14:16Z</dcterms:created>
  <dcterms:modified xsi:type="dcterms:W3CDTF">2026-01-06T04:32:45Z</dcterms:modified>
  <cp:category/>
</cp:coreProperties>
</file>